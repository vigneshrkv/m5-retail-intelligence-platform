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WRMSSE by Model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WRMSSE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Ensemble</c:v>
                  </c:pt>
                  <c:pt idx="1">
                    <c:v>LightGBM</c:v>
                  </c:pt>
                  <c:pt idx="2">
                    <c:v>CatBoost</c:v>
                  </c:pt>
                  <c:pt idx="3">
                    <c:v>XGBoost</c:v>
                  </c:pt>
                  <c:pt idx="4">
                    <c:v>Linear Reg.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0.9252</c:v>
                </c:pt>
                <c:pt idx="1">
                  <c:v>0.9269</c:v>
                </c:pt>
                <c:pt idx="2">
                  <c:v>0.927</c:v>
                </c:pt>
                <c:pt idx="3">
                  <c:v>0.9278</c:v>
                </c:pt>
                <c:pt idx="4">
                  <c:v>0.9534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9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ABC Revenue Classification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5FBD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Class A (1,218 items)</c:v>
                </c:pt>
                <c:pt idx="1">
                  <c:v>Class B (927 items)</c:v>
                </c:pt>
                <c:pt idx="2">
                  <c:v>Class C (904 items)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RETAIL INTELLIGENCE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 ·  Inventory Optimization  ·  AI Decision Support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Forecasting Dataset — Store CA_1  |  3,049 products  |  2011 – 2016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Data Science Program — Final Capstone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R K  ·  Centre for Post Harvest Technology, TNAU Coimbatore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volatile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Intermittent, SKU-level daily demand across 3,049 products makes manual forecasting unreliable and error-prone.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&amp; overstock both cost money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22783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Understocking loses sales; overstocking ties up capital and shelf space — both are common without data-driven policy.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6451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that aren't explainable or tied to concrete reorder actions don't change day-to-day decisions.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685800"/>
          </a:xfrm>
          <a:prstGeom prst="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forecast 28-day-ahead demand accurately, and translate that forecast directly into safety stock, reorder points, and ABC-prioritized action.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3,049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(SKUs)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5.25 yrs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37560" y="2377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2011-01-29 → 2016-05-22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5.75M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2377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915400" y="2377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CA_1 was chosen as a full-size, real single-store slice of the M5 dataset (10 stores / ~57M rows total) — large enough to be a genuine enterprise-scale problem, small enough to keep the entire pipeline reliably reproducible end-to-end. Every script is store-agnostic: one config change reruns the whole analysis for any other store.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Sources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sales_train_evaluation.csv — daily unit sales, wide format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calendar.csv — dates, weekday, events, SNAP flags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sell_prices.csv — weekly selling price per store-item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965960" y="25146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67128" y="21945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167128" y="219456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84448" y="25146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85616" y="21945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5FBDB0"/>
          </a:solidFill>
          <a:ln/>
        </p:spPr>
      </p:sp>
      <p:sp>
        <p:nvSpPr>
          <p:cNvPr id="10" name="Text 8"/>
          <p:cNvSpPr/>
          <p:nvPr/>
        </p:nvSpPr>
        <p:spPr>
          <a:xfrm>
            <a:off x="3785616" y="219456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02936" y="25146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04104" y="21945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04104" y="219456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21424" y="25146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22592" y="21945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022592" y="219456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39912" y="25146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41080" y="21945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5FBDB0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219456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0" y="25146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59568" y="21945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10259568" y="219456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CA_1, melt wide→long, merge calendar + prices  →  5.9M rows
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build 32 leakage-safe features (28+ day lags/rolling stats)
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03-04  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demand patterns, then train Linear / XGBoost / LightGBM / CatBoost + ensemble
</a:t>
            </a:r>
            <a:pPr indent="0" marL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06-07  </a:t>
            </a:r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forecasts into safety stock / reorder points, and explain the model with SHAP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000" dirty="0"/>
          </a:p>
        </p:txBody>
      </p:sp>
      <p:pic>
        <p:nvPicPr>
          <p:cNvPr id="3" name="Image 0" descr="/home/claude/m5_project/outputs/figures/01_category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931920" cy="2624328"/>
          </a:xfrm>
          <a:prstGeom prst="rect">
            <a:avLst/>
          </a:prstGeom>
        </p:spPr>
      </p:pic>
      <p:pic>
        <p:nvPicPr>
          <p:cNvPr id="4" name="Image 1" descr="/home/claude/m5_project/outputs/figures/06_snap_eff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3291840" cy="26243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229600" y="1371600"/>
            <a:ext cx="34290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41248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 dominates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412480" y="1719072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5.34M of 7.66M units sold — 3.7× HOUSEHOLD, 6.2× HOBBIES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8229600" y="2258568"/>
            <a:ext cx="34290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12480" y="23042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lifts FOODS demand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412480" y="26060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+12.1% average sales on SNAP benefit days vs non-SNAP days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229600" y="3145536"/>
            <a:ext cx="34290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12480" y="319125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Weekend-skewed, growing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412480" y="3493008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multi-year growth with a consistent weekend demand pattern</a:t>
            </a:r>
            <a:endParaRPr lang="en-US" sz="950" dirty="0"/>
          </a:p>
        </p:txBody>
      </p:sp>
      <p:pic>
        <p:nvPicPr>
          <p:cNvPr id="14" name="Image 2" descr="/home/claude/m5_project/outputs/figures/04_monthly_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7406640" cy="23317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48463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demand shows steady 2011-2016 growth with a repeating seasonal wave each year.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Engineered Features — Leakage-Safe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81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day/week/month/quarter, weekend &amp; month-boundary flags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1581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28/35/42/56 days ago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4592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52560" y="1581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194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std at 7/14/28/56-day windows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price, price change %, price vs dept/store avg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017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SNAP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37947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flags, SNAP flag, days to Christmas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3017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3246120"/>
            <a:ext cx="502920" cy="50292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05256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66760" y="37947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/ dept / category encodings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89204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 rule: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horizon is 28 days, so every lag/rolling feature uses a minimum 28-day offset. A naive lag_7 would use information that doesn't exist yet at real prediction time — silently inflating offline metrics in a way that fails in production.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Validation Results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463040"/>
          <a:ext cx="4114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WRMSSE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7498080" y="44805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beat the naive baseline (WRMSSE &lt; 1.0). Ensemble = 0.5×LightGBM + 0.5×CatBoost.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Under Constraints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inside a ~4GB RAM, single-CPU container.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45059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4 models sequentially in one process exhausted memory — Python doesn't reliably return freed RAM to the OS mid-process.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337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73075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now trains in its own OS subprocess, guaranteeing a fully-reclaimed memory space before the next model starts.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617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tradeoff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01091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Ordered-boosting mode is the most memory-intensive of the three GBMs — switched to Plain mode + a representative 1M-row sample.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lesson: know your hardware constraints, and design around them rather than being blocked by them.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Forecast to Inventory Action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0" y="14173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Applied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0" y="178308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Stock = Z × σ(demand) × √(lead time)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Reorder Point = (avg. daily demand × lead time) + safety stock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EOQ = √( (2 × annual demand × order cost) / holding cost )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0" y="3108960"/>
            <a:ext cx="6126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31089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service level  ·  7-day lead time  ·  ₹500 order cost  ·  20% holding cost/yr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0" y="4114800"/>
            <a:ext cx="612648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411480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1,085 products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High Stockout Risk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A/B products with erratic demand (CV &gt; 1.5) — prioritized for manual demand-planning review.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What Drives the Forecast</a:t>
            </a:r>
            <a:endParaRPr lang="en-US" sz="3000" dirty="0"/>
          </a:p>
        </p:txBody>
      </p:sp>
      <p:pic>
        <p:nvPicPr>
          <p:cNvPr id="3" name="Image 0" descr="/home/claude/m5_project/outputs/figures/07_shap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12064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0" y="1463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943600" y="182880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roll_std_56 &amp; roll_std_28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(recent demand volatility) are the strongest predictors — ahead of average demand level itself.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943600" y="26974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learned that how erratic a product's recent demand has been matters as much as its average level — correctly treating volatile products differently from stable ones.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379476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3977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supports the inventory layer: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72200" y="43434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Volatility-driven forecasts → volatility-driven stockout-risk flags → the same 1,085 high-CV products surfaced by SHAP are exactly the ones flagged for tighter safety stock.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Decision-Support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 — 6 tabs, tying every layer of this project together for a non-technical stakeholder.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snapshot, model leaderboard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5328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department, seasonal charts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 Performance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5328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RMSE/MAE/MAPE/WRMSSE comparison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Forecast Explorer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087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Per-product actual vs predicted, model overlay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5204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657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 Optimizer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087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safety stock / ROP / EOQ / ABC table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5204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657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Explainability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4087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charts + plain-English driver table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locally with:  streamlit run dashboard/app.py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Ensemble model for production 28-day-ahead forecasting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1,085 flagged high-risk Class A/B products for review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staffing/replenishment with SNAP disbursement dates (+12.1% lift)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all 10 stores with hierarchical reconciliation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11480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defensible pipeline: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leakage-safe features → multi-model forecasting on the industry-standard WRMSSE metric → concrete inventory policy → explainability that closes the loop back to the business.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2026-07-18T16:54:20Z</dcterms:created>
  <dcterms:modified xsi:type="dcterms:W3CDTF">2026-07-18T16:54:20Z</dcterms:modified>
</cp:coreProperties>
</file>